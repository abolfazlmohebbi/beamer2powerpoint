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D6D"/>
    <a:srgbClr val="FEF4F4"/>
    <a:srgbClr val="F6BCBC"/>
    <a:srgbClr val="7E0000"/>
    <a:srgbClr val="C7A1E3"/>
    <a:srgbClr val="FDD3E7"/>
    <a:srgbClr val="641A33"/>
    <a:srgbClr val="532B48"/>
    <a:srgbClr val="FAA4CD"/>
    <a:srgbClr val="FF9F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42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01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9F9BD9-3DB0-4A7A-AC8D-96DA727DDD8E}" type="datetimeFigureOut">
              <a:rPr lang="en-CA" smtClean="0"/>
              <a:t>2026-09-19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55F4F4-8FDC-42FA-A589-276985667A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2690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628E984-29D6-B916-F36E-0434D9D91415}"/>
              </a:ext>
            </a:extLst>
          </p:cNvPr>
          <p:cNvSpPr/>
          <p:nvPr userDrawn="1"/>
        </p:nvSpPr>
        <p:spPr>
          <a:xfrm>
            <a:off x="-1" y="3920646"/>
            <a:ext cx="9144001" cy="2937354"/>
          </a:xfrm>
          <a:prstGeom prst="rect">
            <a:avLst/>
          </a:prstGeom>
          <a:solidFill>
            <a:srgbClr val="5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799" y="3920645"/>
            <a:ext cx="7772400" cy="1336697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2999" y="5389323"/>
            <a:ext cx="6858000" cy="569129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E2A34C-7693-5D53-E024-901659D170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8970" b="8970"/>
          <a:stretch/>
        </p:blipFill>
        <p:spPr>
          <a:xfrm>
            <a:off x="-1" y="0"/>
            <a:ext cx="9144000" cy="3920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164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6E392995-4B6F-B839-1EF0-5AC2E57B1E96}"/>
              </a:ext>
            </a:extLst>
          </p:cNvPr>
          <p:cNvSpPr/>
          <p:nvPr userDrawn="1"/>
        </p:nvSpPr>
        <p:spPr>
          <a:xfrm>
            <a:off x="7954026" y="6023482"/>
            <a:ext cx="1189973" cy="834518"/>
          </a:xfrm>
          <a:prstGeom prst="triangle">
            <a:avLst>
              <a:gd name="adj" fmla="val 100000"/>
            </a:avLst>
          </a:prstGeom>
          <a:solidFill>
            <a:srgbClr val="F6BC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9" name="Picture 2" descr="Quadcopter PNG Free Image - PNG All">
            <a:extLst>
              <a:ext uri="{FF2B5EF4-FFF2-40B4-BE49-F238E27FC236}">
                <a16:creationId xmlns:a16="http://schemas.microsoft.com/office/drawing/2014/main" id="{DC294A81-3DA1-72E4-E0A6-0A435D92577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962"/>
          <a:stretch/>
        </p:blipFill>
        <p:spPr bwMode="auto">
          <a:xfrm>
            <a:off x="7485972" y="6194936"/>
            <a:ext cx="1355445" cy="474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0BEA604-C3B4-5F4D-A190-DF91803435B9}"/>
              </a:ext>
            </a:extLst>
          </p:cNvPr>
          <p:cNvSpPr/>
          <p:nvPr userDrawn="1"/>
        </p:nvSpPr>
        <p:spPr>
          <a:xfrm>
            <a:off x="-1" y="0"/>
            <a:ext cx="9144001" cy="1070975"/>
          </a:xfrm>
          <a:prstGeom prst="rect">
            <a:avLst/>
          </a:prstGeom>
          <a:solidFill>
            <a:srgbClr val="5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400"/>
            </a:lvl1pPr>
          </a:lstStyle>
          <a:p>
            <a:r>
              <a:rPr lang="fr-FR" noProof="0" dirty="0"/>
              <a:t>Click to </a:t>
            </a:r>
            <a:r>
              <a:rPr lang="fr-FR" noProof="0" dirty="0" err="1"/>
              <a:t>edit</a:t>
            </a:r>
            <a:r>
              <a:rPr lang="fr-FR" noProof="0" dirty="0"/>
              <a:t> Master </a:t>
            </a:r>
            <a:r>
              <a:rPr lang="fr-FR" noProof="0" dirty="0" err="1"/>
              <a:t>title</a:t>
            </a:r>
            <a:r>
              <a:rPr lang="fr-FR" noProof="0" dirty="0"/>
              <a:t>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800"/>
            </a:lvl1pPr>
            <a:lvl2pPr>
              <a:lnSpc>
                <a:spcPct val="120000"/>
              </a:lnSpc>
              <a:defRPr sz="2400"/>
            </a:lvl2pPr>
            <a:lvl3pPr>
              <a:lnSpc>
                <a:spcPct val="120000"/>
              </a:lnSpc>
              <a:defRPr sz="2400"/>
            </a:lvl3pPr>
            <a:lvl4pPr>
              <a:lnSpc>
                <a:spcPct val="120000"/>
              </a:lnSpc>
              <a:defRPr sz="2000"/>
            </a:lvl4pPr>
            <a:lvl5pPr>
              <a:lnSpc>
                <a:spcPct val="120000"/>
              </a:lnSpc>
              <a:defRPr sz="2000"/>
            </a:lvl5pPr>
          </a:lstStyle>
          <a:p>
            <a:pPr lvl="0"/>
            <a:r>
              <a:rPr lang="fr-FR" noProof="0" dirty="0"/>
              <a:t>Click to </a:t>
            </a:r>
            <a:r>
              <a:rPr lang="fr-FR" noProof="0" dirty="0" err="1"/>
              <a:t>edit</a:t>
            </a:r>
            <a:r>
              <a:rPr lang="fr-FR" noProof="0" dirty="0"/>
              <a:t> Master </a:t>
            </a:r>
            <a:r>
              <a:rPr lang="fr-FR" noProof="0" dirty="0" err="1"/>
              <a:t>text</a:t>
            </a:r>
            <a:r>
              <a:rPr lang="fr-FR" noProof="0" dirty="0"/>
              <a:t> styles</a:t>
            </a:r>
          </a:p>
          <a:p>
            <a:pPr lvl="1"/>
            <a:r>
              <a:rPr lang="fr-FR" noProof="0" dirty="0"/>
              <a:t>Second </a:t>
            </a:r>
            <a:r>
              <a:rPr lang="fr-FR" noProof="0" dirty="0" err="1"/>
              <a:t>level</a:t>
            </a:r>
            <a:endParaRPr lang="fr-FR" noProof="0" dirty="0"/>
          </a:p>
          <a:p>
            <a:pPr lvl="2"/>
            <a:r>
              <a:rPr lang="fr-FR" noProof="0" dirty="0" err="1"/>
              <a:t>Third</a:t>
            </a:r>
            <a:r>
              <a:rPr lang="fr-FR" noProof="0" dirty="0"/>
              <a:t> </a:t>
            </a:r>
            <a:r>
              <a:rPr lang="fr-FR" noProof="0" dirty="0" err="1"/>
              <a:t>level</a:t>
            </a:r>
            <a:endParaRPr lang="fr-FR" noProof="0" dirty="0"/>
          </a:p>
          <a:p>
            <a:pPr lvl="3"/>
            <a:r>
              <a:rPr lang="fr-FR" noProof="0" dirty="0" err="1"/>
              <a:t>Fourth</a:t>
            </a:r>
            <a:r>
              <a:rPr lang="fr-FR" noProof="0" dirty="0"/>
              <a:t> </a:t>
            </a:r>
            <a:r>
              <a:rPr lang="fr-FR" noProof="0" dirty="0" err="1"/>
              <a:t>level</a:t>
            </a:r>
            <a:endParaRPr lang="fr-FR" noProof="0" dirty="0"/>
          </a:p>
          <a:p>
            <a:pPr lvl="4"/>
            <a:r>
              <a:rPr lang="fr-FR" noProof="0" dirty="0" err="1"/>
              <a:t>Fifth</a:t>
            </a:r>
            <a:r>
              <a:rPr lang="fr-FR" noProof="0" dirty="0"/>
              <a:t> </a:t>
            </a:r>
            <a:r>
              <a:rPr lang="fr-FR" noProof="0" dirty="0" err="1"/>
              <a:t>level</a:t>
            </a:r>
            <a:endParaRPr lang="fr-FR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fld id="{36E85B86-586F-4F83-9CA6-3ADEC4496A77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62125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0729" y="95042"/>
            <a:ext cx="8486383" cy="8381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0729" y="1252603"/>
            <a:ext cx="8486383" cy="49243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98910" y="6432115"/>
            <a:ext cx="636478" cy="4083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fld id="{36E85B86-586F-4F83-9CA6-3ADEC4496A77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96099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62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FAA67-F07A-17B0-29B6-3552C86383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A54B78-ADD0-CB82-2386-5035910603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80473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CABC1-0E35-797E-2E1E-C13695DDF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6DAEA-3F7C-2E80-1FB1-0C6AE2E70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CFE1B2-33C4-6C61-342F-4E2507568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85B86-586F-4F83-9CA6-3ADEC4496A77}" type="slidenum">
              <a:rPr lang="fr-FR" smtClean="0"/>
              <a:pPr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28710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932</TotalTime>
  <Words>1</Words>
  <Application>Microsoft Office PowerPoint</Application>
  <PresentationFormat>On-screen Show (4:3)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Abolfazl Mohebbi</dc:creator>
  <cp:lastModifiedBy>Abolfazl Mohebbi</cp:lastModifiedBy>
  <cp:revision>62</cp:revision>
  <dcterms:created xsi:type="dcterms:W3CDTF">2022-10-05T21:37:07Z</dcterms:created>
  <dcterms:modified xsi:type="dcterms:W3CDTF">2026-09-19T22:18:06Z</dcterms:modified>
</cp:coreProperties>
</file>